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8"/>
  </p:notesMasterIdLst>
  <p:handoutMasterIdLst>
    <p:handoutMasterId r:id="rId9"/>
  </p:handoutMasterIdLst>
  <p:sldIdLst>
    <p:sldId id="256" r:id="rId5"/>
    <p:sldId id="257" r:id="rId6"/>
    <p:sldId id="268" r:id="rId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80"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r>
              <a:rPr lang="en-US" dirty="0"/>
              <a:t>A Review on All-Weather Obstacle Detection Systems for Railway Loco Pilot Safety</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Fahaam Khan</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2210990309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Preeti Saini (Mentor)</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US" dirty="0"/>
              <a:t>Railways serve as one of the most important modes of transportation in India, carrying millions of passengers and large volumes of freight every day. Despite continuous advancements in railway infrastructure and signaling systems, safety remains a major concern</a:t>
            </a:r>
          </a:p>
          <a:p>
            <a:pPr marL="457200" lvl="0" indent="-317500">
              <a:buClr>
                <a:srgbClr val="000000"/>
              </a:buClr>
              <a:buSzPts val="1400"/>
              <a:buChar char="●"/>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457200" indent="-317500">
              <a:buClr>
                <a:srgbClr val="000000"/>
              </a:buClr>
              <a:buSzPts val="1400"/>
              <a:buFontTx/>
              <a:buChar char="●"/>
            </a:pPr>
            <a:r>
              <a:rPr lang="en-US" dirty="0"/>
              <a:t>This paper presented a comprehensive review of existing obstacle detection and alert systems aimed at improving railway loco pilot safety. Various approaches, including sensor-based methods, computer vision techniques, and artificial intelligence models, have been analyzed in terms of their performance, advantages, and limitations. The review indicates that while significant progress has been made in this field, no single system is capable to perform..</a:t>
            </a:r>
          </a:p>
          <a:p>
            <a:pPr marL="457200" lvl="0" indent="-317500">
              <a:buClr>
                <a:srgbClr val="000000"/>
              </a:buClr>
              <a:buSzPts val="1400"/>
              <a:buChar char="●"/>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34702</TotalTime>
  <Words>184</Words>
  <Application>Microsoft Office PowerPoint</Application>
  <PresentationFormat>On-screen Show (4:3)</PresentationFormat>
  <Paragraphs>33</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Times New Roman</vt:lpstr>
      <vt:lpstr>Office Theme</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fahaam khan</cp:lastModifiedBy>
  <cp:revision>2301</cp:revision>
  <dcterms:created xsi:type="dcterms:W3CDTF">2010-04-09T07:36:15Z</dcterms:created>
  <dcterms:modified xsi:type="dcterms:W3CDTF">2026-05-07T04:51:51Z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